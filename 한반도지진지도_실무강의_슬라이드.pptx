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-8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85D83-4783-46FA-AEBB-5FEAA6AD764C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72747-5214-499F-B24E-628AEE36B7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코워크 실무 강의 · DATA JOURNALISM 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한반도 지진지도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2005–2026 프로젝트 전 과정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49808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수집 → 기관 데이터로 보정 → 인터랙티브 시각화 → 뉴스형 디자인 고도화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800600"/>
            <a:ext cx="2926080" cy="0"/>
          </a:xfrm>
          <a:prstGeom prst="line">
            <a:avLst/>
          </a:prstGeom>
          <a:noFill/>
          <a:ln w="19050">
            <a:solidFill>
              <a:srgbClr val="3E5A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다루는 것  </a:t>
            </a:r>
            <a:r>
              <a:rPr lang="en-US" sz="1300" dirty="0">
                <a:solidFill>
                  <a:srgbClr val="AF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막혔던 지점과 그 해결법을 그대로 공개하는 재현형 워크플로우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실무자 배포용 · Claude Cowork + Claude for </a:t>
            </a:r>
            <a:r>
              <a:rPr lang="en-US" sz="1200" dirty="0" smtClean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| </a:t>
            </a:r>
            <a:r>
              <a:rPr lang="en-US" sz="1200" dirty="0" err="1" smtClean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NextAI</a:t>
            </a:r>
            <a:r>
              <a:rPr lang="en-US" sz="1200" dirty="0" smtClean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 smtClean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윤영식</a:t>
            </a:r>
            <a:r>
              <a:rPr lang="en-US" altLang="ko-KR" sz="1200" smtClean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(osiki999@gmail.com)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한눈에 보는 전체 흐름 — 4단계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“데이터를 구한다 → 믿을 수 있게 만든다 → 보여준다 → 잘 보이게 만든다”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658368" cy="6583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웨더아이 연도별 지진 목록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443484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선택이 POST 폼 → Chrome 확장으로 직접 수집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6432" y="210312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2377440"/>
            <a:ext cx="658368" cy="65836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12464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12464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깊이·진도 확보 후 병합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12464" y="443484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지진도 값이 달라 → 퍼지 매칭(98.3%)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64224" y="210312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38544" y="2377440"/>
            <a:ext cx="658368" cy="65836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0256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시각화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0256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HTML 인터랙티브 지도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20256" y="443484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불필요 타일 + 데이터 내장 + 자동검증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272016" y="2103120"/>
            <a:ext cx="2743200" cy="3383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46336" y="2377440"/>
            <a:ext cx="658368" cy="65836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5" name="Text 23"/>
          <p:cNvSpPr/>
          <p:nvPr/>
        </p:nvSpPr>
        <p:spPr>
          <a:xfrm>
            <a:off x="9546336" y="2377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28048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고도화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528048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 데이터저널리즘 톤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28048" y="443484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동결, 시각 레이어만 전면 교체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산출물 4종 : 원천 CSV · 깊이진도 보강 CSV · 인터랙티브 지도(HTML) · 디자인 고도화본(HTML)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DEFINE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시작은 “형식·항목·범위” 못 박기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착수 전 합의한 3가지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569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형식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352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 직접연동 도구 부재 → CSV로 확정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5295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항목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8953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발생일시·규모·진앙위치·깊이·진도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262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489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8554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~ 2026.6.16, 한반도 영향 지진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EEF4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중요한가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요구가 모호하면 결과물도 모호해진다.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엉뚱한 산출물을 만들고 되돌리는 비용이 가장 크다.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없는 요구(특정 SaaS 직접 연동 등)는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대안을 제시해 합의하면 된다.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출처의 역할 — 1차 수집 vs 보강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2468880"/>
                <a:gridCol w="2286000"/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출처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제공 항목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웨더아이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(1차 수집)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발생일시·규모·위경도·진앙위치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연도별 목록이 깔끔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깊이·진도 없음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기상청 KMA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(보강)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발생시각·규모·깊이·최대진도·위경도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공식 원천·항목 풍부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3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해외/일부 북한은 별도 분류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8ED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원칙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5303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출처의 한계를 다른 출처로 메우되, 섞을 때는 “같은 사건인지” 정합성 검증이 필수다.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BROWSER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장벽 ① 연도 선택이 ‘POST 폼’ → 막힘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DEEEE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무엇이 막혔나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연도를 바꿔도 URL이 안 변하고 화면 폼이 POST로 전송 → “URL에 연도 붙여 가져오기(GET)”가 통하지 않음 (year=, syear= 모두 최신 연도만 반환).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950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Chrome 확장을 연결해 사용자의 실제 브라우저 안에서 그 사이트의 폼을 그대로 전송 → 연도별 데이터 수집.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0116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 설치 절차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60604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크롬 웹스토어에서 “Claude for Chrome” 설치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3355848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3355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확장에 로그인 → Claude 계정과 연결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37960" y="4105656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41056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연결되면 Cowork가 브라우저를 인식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37960" y="4855464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855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사이트를 새 탭으로 열고 거기서 수집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5532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설치·로그인·다운로드 등 민감/되돌리기 어려운 동작은 사용자가 직접 확인·수행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SCRAPE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장벽 ② 브라우저 안에서 데이터 긁기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384048" cy="38404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29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구조 파악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name=“y” 를 POST → 연도별 표 반환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10312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 함정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0" y="24688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EUC-KR로 깨짐 → 비교 검증 결과 UTF-8이 정답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703320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630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길이 제한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25880" y="4069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14만 자 → 대화로 못 뺌 → 파일 다운로드로 우회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4290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703320"/>
            <a:ext cx="384048" cy="38404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3630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보존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49440" y="406908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맨 앞 UTF-8 BOM → 엑셀·구글시트 바로 열림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: 22개 연도 · 1,642건 수집 — 2016 경주·2017 포항 급증이 실제 추세와 일치(신뢰성 1차 확인)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AUGMENT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보정 ① 기상청에서 깊이·진도 끌어오기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국내지진조회 — 검색 폼 + 페이지네이션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startTm · endTm (연 단위로 조회)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하한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startSize (빈 값 = 웨더아이와 동일 범위)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pNo (20건씩) — 이 파라미터를 찾는 게 관건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단 두 가지 : ① 폼 파라미터명, ② 페이지 이동 파라미터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0F1E33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루프 (의사코드)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(연도 2005…2026)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(pNo = 1, 2, 3 …)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rows = fetchPage(연도, pNo)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수집(rows)            // 20건/페이지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(rows &lt; 20) break  // 마지막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D7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FD1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총 1,769건 (깊이·최대진도 포함)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RECONCILE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보정 ② 두 출처 정합 — 퍼지 매칭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FF8ED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: 같은 지진인데 값이 다르다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보성 지진 예시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웨더아이 03:58:48 · M2.4 · ‘동쪽 16km’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기상청   03:58:51 · M2.6 · ‘동남동쪽 3km’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기상청이 사후 정밀 재산정하기 때문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434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 : 정확 일치 대신 근접 매칭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날짜  +  시각차 ±120초  +  규모차 ±0.6  → 가장 가까운 1건 연결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1,642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대상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78308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89280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성공(1,614건)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1,283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 값 채움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310896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06840" y="32186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0684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최대진도 채움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4434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EEF4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미매칭 28건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해외(대만·일본·러시아)·일부 북한·대폭 수정 사건 → 매칭률과 “미매칭 사유”를 함께 보고하면 신뢰도 ↑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VISUALIZE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시각화 — 단일 HTML 인터랙티브 지도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모드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규모별 · 연도별 (색상·범례 전환)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9392" y="18288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구성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07992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· 비교(동기화) · 연도 비교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10144" y="18288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38744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 방식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38744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· 클러스터 · 히트맵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37673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규모(복수)·육상해역·표준지역·연도범위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9392" y="32004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07992" y="37673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 자동재생(누적 애니메이션·속도조절)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10144" y="3200400"/>
            <a:ext cx="35204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38744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38744" y="37673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통계카드·상세팝업·방송용 이미지 내보내기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F1E33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FD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원칙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6868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파일 · API 키 불필요 타일(CARTO) · 데이터 내장 → 받는 사람이 환경설정 없이 더블클릭으로 즉시 열람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VERIFY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— 만들었으면 반드시 확인한다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문법 검증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--check 로 자바스크립트 구문 오류를 먼저 차단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10312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동작 검증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6008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jsdom으로 실제 화면에 코드 실행, Leaflet을 가짜로 대체해 클릭·필터·레이아웃·자동재생까지 경로 점검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529584" cy="3383280"/>
          </a:xfrm>
          <a:prstGeom prst="roundRect">
            <a:avLst>
              <a:gd name="adj" fmla="val 1622"/>
            </a:avLst>
          </a:prstGeom>
          <a:solidFill>
            <a:srgbClr val="EEF4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03336" y="210312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40333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03336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수치 대조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03336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2015년 43건·2016년 149건, 최대 M7.0, 육상 899·해역 743 — 참고자료와 일치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“코드가 돌아간다” ≠ “결과가 맞다”. 문법+동작+수치 대조를 워크플로우에 포함하라.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REDESIGN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 고도화 — NYT 데이터저널리즘 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작업 순서 (안전하게)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651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보존 → 사본에서만 작업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566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폰트·CSS·헤더·색 체계만 교체 (기능 동결)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480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불안정 CDN은 안정 대체 CDN으로 교체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“기능”과 “디자인”을 분리하면 안전하게 고도화할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14300" dist="38100" dir="5400000" algn="bl" rotWithShape="0">
              <a:srgbClr val="9AA6B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2011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변경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26060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임팩트 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명조 헤드라인 + 강조 이탤릭, 키커 라벨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타이포·여백 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고딕 + 헤드라인 명조 혼용, 넉넉한 간격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 체계 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무지개색 → 절제된 시퀀셜 램프(회색→골드→레드)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스트립  </a:t>
            </a:r>
            <a:r>
              <a:rPr lang="en-US" sz="1350" dirty="0">
                <a:solidFill>
                  <a:srgbClr val="3A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 카드 → 헤어라인 편집형 수치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한반도 지진지도 프로젝트 · 실무 강의안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005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실무 체크리스트 — 복사해서 쓰세요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93976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착수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96596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형식·항목·범위를 먼저 확정 / 출처 한계 파악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35224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80720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안 되면 폼·페이지네이션 확인 / 필요시 Chrome 확장 / 인코딩 비교 / 파일로 떨구고 BOM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648456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776472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64845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64845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간 값 차이 전제 → 퍼지 매칭 / 매칭률·미매칭 사유 기록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489704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4897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산출·검증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448970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단일파일·키불필요·데이터내장 / 문법+동작+수치 자동검증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5330952"/>
            <a:ext cx="10698480" cy="713232"/>
          </a:xfrm>
          <a:prstGeom prst="roundRect">
            <a:avLst>
              <a:gd name="adj" fmla="val 6410"/>
            </a:avLst>
          </a:prstGeom>
          <a:solidFill>
            <a:srgbClr val="17283F"/>
          </a:solidFill>
          <a:ln w="12700">
            <a:solidFill>
              <a:srgbClr val="1728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5458968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3309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고도화·안전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83280" y="5330952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보존 후 시각만 교체 / 민감·비가역 동작은 사용자 확인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: 기상청 지진 자료 재구성 · 집계기간 2005-01-01 ~ 2026-06-16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Microsoft Office PowerPoint</Application>
  <PresentationFormat>사용자 지정</PresentationFormat>
  <Paragraphs>222</Paragraphs>
  <Slides>12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한반도 지진지도 프로젝트 실무 강의안</dc:title>
  <dc:subject>PptxGenJS Presentation</dc:subject>
  <dc:creator>Claude Cowork</dc:creator>
  <cp:lastModifiedBy>신수민</cp:lastModifiedBy>
  <cp:revision>3</cp:revision>
  <dcterms:created xsi:type="dcterms:W3CDTF">2026-06-25T05:56:47Z</dcterms:created>
  <dcterms:modified xsi:type="dcterms:W3CDTF">2026-06-25T06:00:06Z</dcterms:modified>
</cp:coreProperties>
</file>